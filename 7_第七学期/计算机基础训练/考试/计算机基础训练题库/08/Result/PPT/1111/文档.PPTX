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1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5980A-233E-455E-916D-249A771ECF8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6034100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AF64CB-F6E1-4A19-BA56-374B9B590AA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2084769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843428-D814-491C-858B-E2C178BF963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880547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A614CA-4606-4931-9431-B8B3C7B854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5016278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288D4A-DF60-49CB-9A91-EDBFB328D8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8657698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10A6F-7A46-46B4-A20A-41F026DC6B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2820814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77DC86-AC34-495E-96A9-537AACF291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4037732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261659-21FA-4E4C-9233-AAEDFAA0C8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5767443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DE6C4F-9860-4B93-B1AF-06242A1F70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4501348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013E99-931C-4F6A-9B4E-053343BC84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393747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13F4F5-C343-42E1-B6BF-20D0DFC7D7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223644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916A076-83F7-45F4-9653-292952E49C7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143000"/>
          </a:xfrm>
        </p:spPr>
        <p:txBody>
          <a:bodyPr/>
          <a:lstStyle/>
          <a:p>
            <a:r>
              <a:rPr lang="zh-CN" altLang="en-US"/>
              <a:t>成熟技术带来无限动力！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让中国与世界同步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066800"/>
            <a:ext cx="5715000" cy="1143000"/>
          </a:xfrm>
        </p:spPr>
        <p:txBody>
          <a:bodyPr/>
          <a:lstStyle/>
          <a:p>
            <a:r>
              <a:rPr lang="zh-CN" altLang="en-US" dirty="0"/>
              <a:t>拥有领先优势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4200" y="2895600"/>
            <a:ext cx="3810000" cy="11430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dirty="0"/>
              <a:t>胜来自然轻松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581128"/>
            <a:ext cx="4718304" cy="122529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447800"/>
          </a:xfrm>
        </p:spPr>
        <p:txBody>
          <a:bodyPr/>
          <a:lstStyle/>
          <a:p>
            <a:r>
              <a:rPr lang="zh-CN" altLang="en-US"/>
              <a:t>相遇</a:t>
            </a:r>
            <a:br>
              <a:rPr lang="zh-CN" altLang="en-US"/>
            </a:br>
            <a:r>
              <a:rPr lang="zh-CN" altLang="en-US"/>
              <a:t>就不愿再错过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24400" y="2438400"/>
            <a:ext cx="3200400" cy="2514600"/>
          </a:xfrm>
        </p:spPr>
        <p:txBody>
          <a:bodyPr/>
          <a:lstStyle/>
          <a:p>
            <a:r>
              <a:rPr lang="zh-CN" altLang="en-US"/>
              <a:t>外在品质</a:t>
            </a:r>
          </a:p>
          <a:p>
            <a:r>
              <a:rPr lang="zh-CN" altLang="en-US"/>
              <a:t>内在品质</a:t>
            </a:r>
          </a:p>
          <a:p>
            <a:r>
              <a:rPr lang="zh-CN" altLang="en-US"/>
              <a:t>应用品质</a:t>
            </a:r>
          </a:p>
        </p:txBody>
      </p:sp>
      <p:grpSp>
        <p:nvGrpSpPr>
          <p:cNvPr id="6150" name="Group 6"/>
          <p:cNvGrpSpPr>
            <a:grpSpLocks/>
          </p:cNvGrpSpPr>
          <p:nvPr/>
        </p:nvGrpSpPr>
        <p:grpSpPr bwMode="auto">
          <a:xfrm>
            <a:off x="762000" y="2819400"/>
            <a:ext cx="2971800" cy="1752600"/>
            <a:chOff x="1104" y="2880"/>
            <a:chExt cx="1872" cy="1104"/>
          </a:xfrm>
        </p:grpSpPr>
        <p:sp>
          <p:nvSpPr>
            <p:cNvPr id="6151" name="AutoShape 7"/>
            <p:cNvSpPr>
              <a:spLocks noChangeArrowheads="1"/>
            </p:cNvSpPr>
            <p:nvPr/>
          </p:nvSpPr>
          <p:spPr bwMode="auto">
            <a:xfrm>
              <a:off x="1104" y="2880"/>
              <a:ext cx="1872" cy="1104"/>
            </a:xfrm>
            <a:prstGeom prst="flowChartDecision">
              <a:avLst/>
            </a:prstGeom>
            <a:solidFill>
              <a:srgbClr val="FFCC00"/>
            </a:solidFill>
            <a:ln w="9525">
              <a:miter lim="800000"/>
              <a:headEnd/>
              <a:tailEnd/>
            </a:ln>
            <a:effectLst/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6152" name="AutoShape 8"/>
            <p:cNvSpPr>
              <a:spLocks noChangeArrowheads="1"/>
            </p:cNvSpPr>
            <p:nvPr/>
          </p:nvSpPr>
          <p:spPr bwMode="auto">
            <a:xfrm>
              <a:off x="1776" y="3264"/>
              <a:ext cx="528" cy="432"/>
            </a:xfrm>
            <a:prstGeom prst="smileyFace">
              <a:avLst>
                <a:gd name="adj" fmla="val 4653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</Words>
  <Application>Microsoft Office PowerPoint</Application>
  <PresentationFormat>全屏显示(4:3)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宋体</vt:lpstr>
      <vt:lpstr>Times New Roman</vt:lpstr>
      <vt:lpstr>Office 主题​​</vt:lpstr>
      <vt:lpstr>成熟技术带来无限动力！</vt:lpstr>
      <vt:lpstr>拥有领先优势</vt:lpstr>
      <vt:lpstr>相遇 就不愿再错过</vt:lpstr>
    </vt:vector>
  </TitlesOfParts>
  <Company>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宽带网设计战略</dc:title>
  <dc:creator>Zhang</dc:creator>
  <cp:lastModifiedBy>i</cp:lastModifiedBy>
  <cp:revision>9</cp:revision>
  <dcterms:created xsi:type="dcterms:W3CDTF">2001-12-18T15:41:49Z</dcterms:created>
  <dcterms:modified xsi:type="dcterms:W3CDTF">2022-11-30T07:36:59Z</dcterms:modified>
</cp:coreProperties>
</file>