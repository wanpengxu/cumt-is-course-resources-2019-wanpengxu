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  <p:sldId id="257" r:id="rId3"/>
    <p:sldId id="258" r:id="rId4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167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4334933" y="1169931"/>
            <a:ext cx="4814835" cy="4993802"/>
            <a:chOff x="4334933" y="1169931"/>
            <a:chExt cx="4814835" cy="4993802"/>
          </a:xfrm>
        </p:grpSpPr>
        <p:cxnSp>
          <p:nvCxnSpPr>
            <p:cNvPr id="17" name="Straight Connector 16"/>
            <p:cNvCxnSpPr/>
            <p:nvPr/>
          </p:nvCxnSpPr>
          <p:spPr>
            <a:xfrm flipH="1">
              <a:off x="6009259" y="1169931"/>
              <a:ext cx="3134741" cy="313474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H="1">
              <a:off x="4334933" y="1348898"/>
              <a:ext cx="4814835" cy="481483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5225595" y="1469269"/>
              <a:ext cx="3912054" cy="39120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flipH="1">
              <a:off x="5304588" y="1307856"/>
              <a:ext cx="3839412" cy="3839412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H="1">
              <a:off x="5707078" y="1770196"/>
              <a:ext cx="3430571" cy="343057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533400"/>
            <a:ext cx="6154713" cy="3124201"/>
          </a:xfrm>
        </p:spPr>
        <p:txBody>
          <a:bodyPr anchor="b">
            <a:normAutofit/>
          </a:bodyPr>
          <a:lstStyle>
            <a:lvl1pPr algn="l">
              <a:defRPr sz="4400">
                <a:effectLst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3843868"/>
            <a:ext cx="4954250" cy="1913466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BC42B-EAD3-405A-88DA-92CF86C9140A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57845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533400"/>
            <a:ext cx="6554867" cy="3767670"/>
          </a:xfrm>
        </p:spPr>
        <p:txBody>
          <a:bodyPr anchor="ctr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51EB2-EB75-4DEC-B2EE-B3A5467C1995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39223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981199"/>
            <a:ext cx="6402468" cy="2319867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487333"/>
            <a:ext cx="6402467" cy="1532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2CA5B-A490-4937-9AC1-AD71BA48BC4C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44539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13"/>
          </p:nvPr>
        </p:nvSpPr>
        <p:spPr>
          <a:xfrm>
            <a:off x="533400" y="533400"/>
            <a:ext cx="3949967" cy="3767667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4"/>
          </p:nvPr>
        </p:nvSpPr>
        <p:spPr>
          <a:xfrm>
            <a:off x="4662362" y="533400"/>
            <a:ext cx="3948238" cy="3759200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E23FE-D149-4600-8618-9370CD4BB95A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364205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1" y="533400"/>
            <a:ext cx="3716866" cy="609600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399" y="1143000"/>
            <a:ext cx="3945467" cy="3158067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5016" y="566738"/>
            <a:ext cx="376405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2362" y="1143000"/>
            <a:ext cx="3956705" cy="3149600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86394-1DAA-4092-B7C0-B1CBC0D015C3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00490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6C512-9029-4E74-91F1-C8F35BAB8C10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18809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CB167-7D6A-460D-89D4-37CDE6FC26A4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75798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8667" y="533400"/>
            <a:ext cx="3200400" cy="1524000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399" y="533400"/>
            <a:ext cx="4438755" cy="5486400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18667" y="2209802"/>
            <a:ext cx="32004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ED515-56AB-4E4E-BAEB-BA48A3C81055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889759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5800" y="1447800"/>
            <a:ext cx="3563258" cy="11430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762000" y="914400"/>
            <a:ext cx="3280974" cy="48006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96027" y="2743200"/>
            <a:ext cx="3564223" cy="2082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33400" y="6172200"/>
            <a:ext cx="5811724" cy="365125"/>
          </a:xfrm>
        </p:spPr>
        <p:txBody>
          <a:bodyPr/>
          <a:lstStyle/>
          <a:p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044CC-BC70-441A-BF04-82B206474949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49442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6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33400" y="533400"/>
            <a:ext cx="8077200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762002" y="3843867"/>
            <a:ext cx="7281332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21837-9C03-48DF-85E7-2E2249A5F791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68541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8077200" cy="2895600"/>
          </a:xfrm>
        </p:spPr>
        <p:txBody>
          <a:bodyPr anchor="ctr">
            <a:normAutofit/>
          </a:bodyPr>
          <a:lstStyle>
            <a:lvl1pPr algn="l">
              <a:defRPr sz="2800" b="0" cap="all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114800"/>
            <a:ext cx="6383552" cy="19050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21837-9C03-48DF-85E7-2E2249A5F791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078794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3" y="533400"/>
            <a:ext cx="6859787" cy="2895600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66800" y="3429000"/>
            <a:ext cx="6402467" cy="4826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301070"/>
            <a:ext cx="6382361" cy="171873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21837-9C03-48DF-85E7-2E2249A5F79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4" name="TextBox 13"/>
          <p:cNvSpPr txBox="1"/>
          <p:nvPr/>
        </p:nvSpPr>
        <p:spPr>
          <a:xfrm>
            <a:off x="228600" y="71062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00" y="276860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226129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429000"/>
            <a:ext cx="6382361" cy="1697400"/>
          </a:xfrm>
        </p:spPr>
        <p:txBody>
          <a:bodyPr anchor="b">
            <a:normAutofit/>
          </a:bodyPr>
          <a:lstStyle>
            <a:lvl1pPr algn="l">
              <a:defRPr sz="2800" b="0" cap="all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5132980"/>
            <a:ext cx="6383552" cy="886819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21837-9C03-48DF-85E7-2E2249A5F791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129990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4" y="533400"/>
            <a:ext cx="6859786" cy="2895600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3400" y="3886200"/>
            <a:ext cx="638236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953000"/>
            <a:ext cx="63823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21837-9C03-48DF-85E7-2E2249A5F79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4" name="TextBox 13"/>
          <p:cNvSpPr txBox="1"/>
          <p:nvPr/>
        </p:nvSpPr>
        <p:spPr>
          <a:xfrm>
            <a:off x="228600" y="71062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00" y="276860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466195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7525658" cy="28956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3400" y="3928534"/>
            <a:ext cx="6382361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766735"/>
            <a:ext cx="6382360" cy="1253065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21837-9C03-48DF-85E7-2E2249A5F791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968307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1"/>
            <a:ext cx="6554867" cy="3767670"/>
          </a:xfrm>
        </p:spPr>
        <p:txBody>
          <a:bodyPr vert="eaVert" anchor="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42580-5B48-44E6-A09D-0A389B6914FB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606723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66406" y="533400"/>
            <a:ext cx="2044194" cy="4419600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0"/>
            <a:ext cx="5850012" cy="5486400"/>
          </a:xfrm>
        </p:spPr>
        <p:txBody>
          <a:bodyPr vert="eaVert" anchor="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21837-9C03-48DF-85E7-2E2249A5F791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0197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6670675" y="3894667"/>
            <a:ext cx="2470456" cy="2658533"/>
            <a:chOff x="6687077" y="3259666"/>
            <a:chExt cx="2981857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8756120" y="3259666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6687077" y="3486677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7772400" y="3581400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7923214" y="3433394"/>
              <a:ext cx="1739738" cy="173974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8398935" y="3985317"/>
              <a:ext cx="1264017" cy="12640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533401"/>
            <a:ext cx="6554867" cy="3767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30245" y="6172203"/>
            <a:ext cx="1200463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6172200"/>
            <a:ext cx="5811724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74426" y="5578478"/>
            <a:ext cx="856907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28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9C921837-9C03-48DF-85E7-2E2249A5F791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5556466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6000" b="1" dirty="0" smtClean="0"/>
              <a:t>大家扫雪去！</a:t>
            </a:r>
            <a:endParaRPr lang="zh-CN" altLang="en-US" sz="6000" b="1" dirty="0"/>
          </a:p>
        </p:txBody>
      </p:sp>
    </p:spTree>
    <p:extLst>
      <p:ext uri="{BB962C8B-B14F-4D97-AF65-F5344CB8AC3E}">
        <p14:creationId xmlns:p14="http://schemas.microsoft.com/office/powerpoint/2010/main" val="2970880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 orient="vert"/>
          </p:nvPr>
        </p:nvSpPr>
        <p:spPr/>
        <p:txBody>
          <a:bodyPr/>
          <a:lstStyle/>
          <a:p>
            <a:r>
              <a:rPr lang="zh-CN" altLang="en-US"/>
              <a:t>四问雪后大堵车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orient="vert" idx="1"/>
          </p:nvPr>
        </p:nvSpPr>
        <p:spPr/>
        <p:txBody>
          <a:bodyPr/>
          <a:lstStyle/>
          <a:p>
            <a:pPr algn="l"/>
            <a:r>
              <a:rPr lang="zh-CN" altLang="en-US" dirty="0"/>
              <a:t>天气预报为何漏报下雪</a:t>
            </a:r>
          </a:p>
          <a:p>
            <a:pPr algn="l"/>
            <a:r>
              <a:rPr lang="zh-CN" altLang="en-US" dirty="0"/>
              <a:t>融雪作业为何慢了一步</a:t>
            </a:r>
          </a:p>
          <a:p>
            <a:pPr algn="l"/>
            <a:r>
              <a:rPr lang="zh-CN" altLang="en-US" dirty="0"/>
              <a:t>三环四环为何水泄不通</a:t>
            </a:r>
          </a:p>
          <a:p>
            <a:pPr algn="l"/>
            <a:r>
              <a:rPr lang="zh-CN" altLang="en-US" dirty="0"/>
              <a:t> 国产客车为何大多“趴窝”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" dur="500"/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0" dur="500"/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3" dur="500"/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6" dur="500"/>
                                        <p:tgtEl>
                                          <p:spTgt spid="3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下雪后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1981200"/>
            <a:ext cx="6172200" cy="3124200"/>
          </a:xfrm>
        </p:spPr>
        <p:txBody>
          <a:bodyPr/>
          <a:lstStyle/>
          <a:p>
            <a:r>
              <a:rPr lang="zh-CN" altLang="en-US"/>
              <a:t>医院：   骨科门诊特别忙</a:t>
            </a:r>
          </a:p>
          <a:p>
            <a:r>
              <a:rPr lang="zh-CN" altLang="en-US"/>
              <a:t>修理厂：两个星期歇不了</a:t>
            </a:r>
          </a:p>
          <a:p>
            <a:r>
              <a:rPr lang="zh-CN" altLang="en-US"/>
              <a:t>保险：    理赔一个接一个</a:t>
            </a:r>
          </a:p>
          <a:p>
            <a:r>
              <a:rPr lang="zh-CN" altLang="en-US"/>
              <a:t>交通队：快速处理占九成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切片">
  <a:themeElements>
    <a:clrScheme name="切片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切片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切片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3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2700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6</TotalTime>
  <Words>61</Words>
  <Application>Microsoft Office PowerPoint</Application>
  <PresentationFormat>全屏显示(4:3)</PresentationFormat>
  <Paragraphs>11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9" baseType="lpstr">
      <vt:lpstr>宋体</vt:lpstr>
      <vt:lpstr>幼圆</vt:lpstr>
      <vt:lpstr>Century Gothic</vt:lpstr>
      <vt:lpstr>Times New Roman</vt:lpstr>
      <vt:lpstr>Wingdings 3</vt:lpstr>
      <vt:lpstr>切片</vt:lpstr>
      <vt:lpstr>大家扫雪去！</vt:lpstr>
      <vt:lpstr>四问雪后大堵车</vt:lpstr>
      <vt:lpstr>下雪后</vt:lpstr>
    </vt:vector>
  </TitlesOfParts>
  <Company>北航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３四问雪后大堵车</dc:title>
  <dc:creator>计算中心</dc:creator>
  <cp:lastModifiedBy>i</cp:lastModifiedBy>
  <cp:revision>5</cp:revision>
  <dcterms:created xsi:type="dcterms:W3CDTF">2001-12-20T11:54:20Z</dcterms:created>
  <dcterms:modified xsi:type="dcterms:W3CDTF">2022-11-28T08:15:09Z</dcterms:modified>
</cp:coreProperties>
</file>