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61" r:id="rId2"/>
    <p:sldId id="262" r:id="rId3"/>
    <p:sldId id="260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9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BF9877-60DA-411E-ADA9-8322F6788FC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416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1CEFCAFC-9924-4E96-8895-86B3EBD527C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2606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C0D75BF-BD47-40E5-AF20-A3D3EA9C349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135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77EA10BF-BBB1-408C-A42D-5B4DDEE3FA3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127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99709943-4811-4D4E-BEDE-9A1DAB19A1B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852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12BF833B-EDC2-494A-A1D3-A5C6F77C39D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0176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D9623CD-2907-44B4-ACD6-670A40CCD96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95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97E82F74-F7BD-464F-9452-AD1B529A1FA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2077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6CD9F4C-C389-41EC-AE37-A7003968725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596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734CF2C-61AA-46CF-A5B5-B50E030DDE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846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734CF2C-61AA-46CF-A5B5-B50E030DDE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318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734CF2C-61AA-46CF-A5B5-B50E030DDE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9902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734CF2C-61AA-46CF-A5B5-B50E030DDE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182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734CF2C-61AA-46CF-A5B5-B50E030DDE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8718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734CF2C-61AA-46CF-A5B5-B50E030DDE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3534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58C91C69-8D4C-40DC-9CBC-3A660F921E9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5422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A734CF2C-61AA-46CF-A5B5-B50E030DDE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799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A734CF2C-61AA-46CF-A5B5-B50E030DDE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497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300" dirty="0" smtClean="0">
                <a:solidFill>
                  <a:srgbClr val="C1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公共交通工具逃生指南</a:t>
            </a:r>
            <a:endParaRPr lang="zh-CN" altLang="en-US" sz="4300" dirty="0">
              <a:solidFill>
                <a:srgbClr val="C1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7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专家建议</a:t>
            </a:r>
            <a:endParaRPr lang="zh-CN" altLang="en-US" sz="27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137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缺乏安全出行基本常识</a:t>
            </a:r>
            <a:endParaRPr lang="zh-CN" altLang="zh-CN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 numCol="1"/>
          <a:lstStyle/>
          <a:p>
            <a:r>
              <a:rPr lang="zh-CN" altLang="en-US" dirty="0"/>
              <a:t>成都公交车自燃事件后，不管出门是坐公交车还是地铁，很多人安全意识有了很大提高。但</a:t>
            </a:r>
            <a:r>
              <a:rPr lang="zh-CN" altLang="en-US" dirty="0" smtClean="0"/>
              <a:t>在日前</a:t>
            </a:r>
            <a:r>
              <a:rPr lang="zh-CN" altLang="en-US" dirty="0"/>
              <a:t>健康时报联合新浪网健康频道进行的有</a:t>
            </a:r>
            <a:r>
              <a:rPr lang="en-US" altLang="zh-CN" dirty="0"/>
              <a:t>7540</a:t>
            </a:r>
            <a:r>
              <a:rPr lang="zh-CN" altLang="en-US" dirty="0"/>
              <a:t>人参与的调查中，发现还是有不少人对安全出行缺乏基本的</a:t>
            </a:r>
            <a:r>
              <a:rPr lang="zh-CN" altLang="en-US" dirty="0" smtClean="0"/>
              <a:t>常识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47397" y="2742561"/>
            <a:ext cx="2822693" cy="30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6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公共交通工具逃生指南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3035808"/>
              </p:ext>
            </p:extLst>
          </p:nvPr>
        </p:nvGraphicFramePr>
        <p:xfrm>
          <a:off x="863600" y="2489200"/>
          <a:ext cx="6346826" cy="57658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173413">
                  <a:extLst>
                    <a:ext uri="{9D8B030D-6E8A-4147-A177-3AD203B41FA5}">
                      <a16:colId xmlns:a16="http://schemas.microsoft.com/office/drawing/2014/main" val="2108971819"/>
                    </a:ext>
                  </a:extLst>
                </a:gridCol>
                <a:gridCol w="3173413">
                  <a:extLst>
                    <a:ext uri="{9D8B030D-6E8A-4147-A177-3AD203B41FA5}">
                      <a16:colId xmlns:a16="http://schemas.microsoft.com/office/drawing/2014/main" val="3924655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交通工具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逃生方法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616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地铁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zh-CN" altLang="en-US" sz="1800" dirty="0" smtClean="0"/>
                        <a:t>地铁发生火灾只有</a:t>
                      </a:r>
                      <a:r>
                        <a:rPr lang="en-US" altLang="zh-CN" sz="1800" dirty="0" smtClean="0"/>
                        <a:t>5</a:t>
                      </a:r>
                      <a:r>
                        <a:rPr lang="zh-CN" altLang="en-US" sz="1800" dirty="0" smtClean="0"/>
                        <a:t>分钟逃生时间。遇车厢起火等异常情况，立即按动车厢两端报警器报警司机，同时立即拨打</a:t>
                      </a:r>
                      <a:r>
                        <a:rPr lang="en-US" altLang="zh-CN" sz="1800" dirty="0" smtClean="0"/>
                        <a:t>119</a:t>
                      </a:r>
                      <a:r>
                        <a:rPr lang="zh-CN" altLang="en-US" sz="1800" dirty="0" smtClean="0"/>
                        <a:t>，并用车厢内灭火器，将小火消灭在萌芽之中。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zh-CN" altLang="en-US" sz="1800" dirty="0" smtClean="0"/>
                        <a:t>一定要等到车停稳车门打开再逃离，逃离时应该贴近地面逃离，用湿衣或毛巾捂住口鼻，避免吸入烟尘等，</a:t>
                      </a:r>
                      <a:endParaRPr lang="en-US" altLang="zh-CN" sz="1800" dirty="0" smtClean="0"/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580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公交车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zh-CN" altLang="en-US" sz="1800" dirty="0" smtClean="0"/>
                        <a:t>如有异响或异味，乘客应提醒司机熄火停车。查找起火点，并用灭火器灭火。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zh-CN" altLang="en-US" sz="1800" dirty="0" smtClean="0"/>
                        <a:t>发生事故时，要等车停稳后从车门处迅速逃到车外。如果车门打不开，要使用逃生锤打碎玻璃从窗户逃生。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1797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26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会议室">
  <a:themeElements>
    <a:clrScheme name="离子会议室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离子会议室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会议室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49</TotalTime>
  <Words>203</Words>
  <Application>Microsoft Office PowerPoint</Application>
  <PresentationFormat>全屏显示(4:3)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黑体</vt:lpstr>
      <vt:lpstr>楷体</vt:lpstr>
      <vt:lpstr>宋体</vt:lpstr>
      <vt:lpstr>Arial</vt:lpstr>
      <vt:lpstr>Century Gothic</vt:lpstr>
      <vt:lpstr>Tahoma</vt:lpstr>
      <vt:lpstr>Wingdings 3</vt:lpstr>
      <vt:lpstr>离子会议室</vt:lpstr>
      <vt:lpstr>公共交通工具逃生指南</vt:lpstr>
      <vt:lpstr>缺乏安全出行基本常识</vt:lpstr>
      <vt:lpstr>公共交通工具逃生指南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i</cp:lastModifiedBy>
  <cp:revision>12</cp:revision>
  <cp:lastPrinted>1601-01-01T00:00:00Z</cp:lastPrinted>
  <dcterms:created xsi:type="dcterms:W3CDTF">2009-07-23T08:37:14Z</dcterms:created>
  <dcterms:modified xsi:type="dcterms:W3CDTF">2022-11-29T09:29:09Z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