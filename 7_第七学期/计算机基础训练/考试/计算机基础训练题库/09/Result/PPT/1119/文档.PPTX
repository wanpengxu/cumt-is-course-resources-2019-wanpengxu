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F51E-80C3-4755-83B1-81AD0DDAF7A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3593868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F1B75-2278-42EF-962C-4393CF281A1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8456959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6F834-C94F-418C-BBE8-A43D1385DDC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8792365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2FE4A-A4FE-414D-879B-0BF037C08E0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128580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DC46-690C-4973-ABF8-89A7062411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19988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D5D1-E050-40C8-9D75-7171CE19D01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48395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7FB-4B2B-47C0-9856-9B9653A2AD6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820162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E09CB-095E-4996-9958-C594EE0753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1223470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2F237-5074-4D06-8BE8-D35EDF3D9F0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5033037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B47C-B246-4924-BC4F-ABF35A7224F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159098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A1511-AEE2-4809-94BA-4EDF26D5C9B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0882231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BA7A1511-AEE2-4809-94BA-4EDF26D5C9B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935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sz="6600" b="1" dirty="0" smtClean="0"/>
              <a:t>先见之明万全之策</a:t>
            </a:r>
            <a:endParaRPr lang="zh-CN" altLang="zh-CN" sz="66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让我们一起努力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中国长达</a:t>
            </a:r>
            <a:r>
              <a:rPr lang="en-US" altLang="zh-CN" dirty="0" smtClean="0"/>
              <a:t>15</a:t>
            </a:r>
            <a:r>
              <a:rPr lang="zh-CN" altLang="en-US" dirty="0" smtClean="0"/>
              <a:t>年的入世之路终于走到了终点，但</a:t>
            </a:r>
            <a:r>
              <a:rPr lang="en-US" altLang="zh-CN" dirty="0" smtClean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9217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框架">
  <a:themeElements>
    <a:clrScheme name="框架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框架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框架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1</TotalTime>
  <Words>22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幼圆</vt:lpstr>
      <vt:lpstr>Corbel</vt:lpstr>
      <vt:lpstr>Times New Roman</vt:lpstr>
      <vt:lpstr>Wingdings 2</vt:lpstr>
      <vt:lpstr>框架</vt:lpstr>
      <vt:lpstr>先见之明万全之策</vt:lpstr>
      <vt:lpstr>让我们一起努力</vt:lpstr>
    </vt:vector>
  </TitlesOfParts>
  <Company>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i</cp:lastModifiedBy>
  <cp:revision>9</cp:revision>
  <dcterms:created xsi:type="dcterms:W3CDTF">2001-12-19T01:19:49Z</dcterms:created>
  <dcterms:modified xsi:type="dcterms:W3CDTF">2022-11-30T07:53:19Z</dcterms:modified>
</cp:coreProperties>
</file>