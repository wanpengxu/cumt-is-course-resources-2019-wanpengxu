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-52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16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53DC16-DD5E-41C6-8318-2DADB770332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8801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A8B720-971C-4B6B-80FB-F6C63C057E4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5944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571883-5B47-42C7-8283-76744B94099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855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BE86C9-34A8-49A9-9D84-266AB726F41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32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F6125F5-272E-4531-8678-9B48278850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0068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13B207-116D-4771-B7A3-2D53FE2A1F2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677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5A8B62-4F62-4347-A0FA-68536A24E95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572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964A4B-0981-43F7-97DE-96DB7F45329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08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9CE1F-D789-43A9-ACFF-BD6627866DC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12431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4756B8-AC3B-45EC-88A9-FA73165472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4015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34C97-4E0F-4205-9B82-781F3C27734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4002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E9EFF"/>
            </a:gs>
            <a:gs pos="39999">
              <a:srgbClr val="85C2FF"/>
            </a:gs>
            <a:gs pos="70000">
              <a:srgbClr val="C4D6EB"/>
            </a:gs>
            <a:gs pos="100000">
              <a:srgbClr val="FFEBF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C5F41CD-CBAA-48DA-A083-57806B242F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-52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600200"/>
          </a:xfrm>
        </p:spPr>
        <p:txBody>
          <a:bodyPr/>
          <a:lstStyle/>
          <a:p>
            <a:r>
              <a:rPr lang="zh-CN" altLang="en-US"/>
              <a:t>让电力网络建设</a:t>
            </a:r>
            <a:br>
              <a:rPr lang="zh-CN" altLang="en-US"/>
            </a:br>
            <a:r>
              <a:rPr lang="zh-CN" altLang="en-US"/>
              <a:t>  能“延”善“变”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743200"/>
            <a:ext cx="7772400" cy="3124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</a:rPr>
              <a:t>5</a:t>
            </a:r>
            <a:r>
              <a:rPr lang="zh-CN" altLang="en-US" sz="4000" dirty="0">
                <a:solidFill>
                  <a:srgbClr val="FF0000"/>
                </a:solidFill>
              </a:rPr>
              <a:t>年之内</a:t>
            </a:r>
          </a:p>
          <a:p>
            <a:pPr algn="ctr">
              <a:buFontTx/>
              <a:buNone/>
            </a:pPr>
            <a:r>
              <a:rPr lang="en-US" altLang="zh-CN" sz="4000" dirty="0">
                <a:solidFill>
                  <a:srgbClr val="FF0000"/>
                </a:solidFill>
              </a:rPr>
              <a:t>90%</a:t>
            </a:r>
            <a:r>
              <a:rPr lang="zh-CN" altLang="en-US" sz="4000" dirty="0">
                <a:solidFill>
                  <a:srgbClr val="FF0000"/>
                </a:solidFill>
              </a:rPr>
              <a:t>的电力业务</a:t>
            </a:r>
          </a:p>
          <a:p>
            <a:pPr algn="ctr">
              <a:buFontTx/>
              <a:buNone/>
            </a:pPr>
            <a:r>
              <a:rPr lang="zh-CN" altLang="en-US" sz="4000" dirty="0">
                <a:solidFill>
                  <a:srgbClr val="FF0000"/>
                </a:solidFill>
              </a:rPr>
              <a:t>将在网上进行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容灾系统</a:t>
            </a:r>
            <a:br>
              <a:rPr lang="zh-CN" altLang="en-US"/>
            </a:br>
            <a:r>
              <a:rPr lang="zh-CN" altLang="en-US"/>
              <a:t>从容面对灾难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zh-CN" altLang="en-US" dirty="0"/>
              <a:t>数据存储子系统</a:t>
            </a:r>
          </a:p>
          <a:p>
            <a:r>
              <a:rPr lang="zh-CN" altLang="en-US" dirty="0"/>
              <a:t>数据备份子系统</a:t>
            </a:r>
          </a:p>
          <a:p>
            <a:r>
              <a:rPr lang="zh-CN" altLang="en-US" dirty="0"/>
              <a:t>灾难恢复子系统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主题​​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-52"/>
            <a:ea typeface="宋体" pitchFamily="2" charset="-122"/>
          </a:defRPr>
        </a:defPPr>
      </a:lstStyle>
    </a:lnDef>
  </a:objectDefaults>
  <a:extraClrSchemeLst>
    <a:extraClrScheme>
      <a:clrScheme name="Office 主题​​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主题​​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主题​​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全屏显示(4:3)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5" baseType="lpstr">
      <vt:lpstr>宋体</vt:lpstr>
      <vt:lpstr>Times New Roman</vt:lpstr>
      <vt:lpstr>Office 主题​​</vt:lpstr>
      <vt:lpstr>让电力网络建设   能“延”善“变”</vt:lpstr>
      <vt:lpstr>容灾系统 从容面对灾难</vt:lpstr>
    </vt:vector>
  </TitlesOfParts>
  <Company>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让电力网络建设   能“延”善“变”</dc:title>
  <dc:creator>Zhang</dc:creator>
  <cp:lastModifiedBy>i</cp:lastModifiedBy>
  <cp:revision>9</cp:revision>
  <dcterms:created xsi:type="dcterms:W3CDTF">2001-12-18T03:00:50Z</dcterms:created>
  <dcterms:modified xsi:type="dcterms:W3CDTF">2022-11-30T03:52:08Z</dcterms:modified>
</cp:coreProperties>
</file>