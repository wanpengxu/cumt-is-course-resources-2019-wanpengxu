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0000"/>
    <a:srgbClr val="00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62A5242-08AA-441D-982A-F02E3F80606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07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2337-11FD-496A-B593-957BFA8B89C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1172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F1BB4-E655-4E13-B6EF-3DB1AABA140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773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4C91-4D8F-4D0B-B748-138146E6958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1557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D94B2-D7BB-4F73-B4B8-9A4159B3E31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547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4A405-E1F3-4FCA-AD9F-1D122300DAB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795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52707-FD8B-4F20-AE29-C6DF93C786F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710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2D48B-8B95-4BFE-8650-C8A5F16EBD5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522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A7C06-B79D-4AE9-A154-B6C09B788B6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0844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C53AF-A26F-4787-AA1C-76CEF5883C6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2037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C53AF-A26F-4787-AA1C-76CEF5883C6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639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C53AF-A26F-4787-AA1C-76CEF5883C6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999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C53AF-A26F-4787-AA1C-76CEF5883C6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9040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C53AF-A26F-4787-AA1C-76CEF5883C6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92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C53AF-A26F-4787-AA1C-76CEF5883C6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671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BFEA5-7356-4DC9-98C7-750F6D08BDE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508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C53AF-A26F-4787-AA1C-76CEF5883C6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555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F4C53AF-A26F-4787-AA1C-76CEF5883C6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535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300" b="1" dirty="0" smtClean="0">
                <a:solidFill>
                  <a:srgbClr val="F5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冰清玉洁“水立方”</a:t>
            </a:r>
            <a:endParaRPr lang="zh-CN" altLang="zh-CN" sz="6300" b="1" dirty="0">
              <a:solidFill>
                <a:srgbClr val="F5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7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奥运会游泳馆</a:t>
            </a:r>
            <a:endParaRPr lang="zh-CN" altLang="zh-CN" sz="37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b="0" dirty="0"/>
          </a:p>
        </p:txBody>
      </p:sp>
      <p:pic>
        <p:nvPicPr>
          <p:cNvPr id="6" name="Picture 4" descr="200802011248364894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19563" y="2202781"/>
            <a:ext cx="3856037" cy="2452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zh-CN" sz="2800" dirty="0">
                <a:solidFill>
                  <a:srgbClr val="000101"/>
                </a:solidFill>
              </a:rPr>
              <a:t>2008</a:t>
            </a:r>
            <a:r>
              <a:rPr lang="zh-CN" altLang="en-US" sz="2800" dirty="0">
                <a:solidFill>
                  <a:srgbClr val="000101"/>
                </a:solidFill>
              </a:rPr>
              <a:t>年</a:t>
            </a:r>
            <a:r>
              <a:rPr lang="en-US" altLang="zh-CN" sz="2800" dirty="0">
                <a:solidFill>
                  <a:srgbClr val="000101"/>
                </a:solidFill>
              </a:rPr>
              <a:t>1</a:t>
            </a:r>
            <a:r>
              <a:rPr lang="zh-CN" altLang="en-US" sz="2800" dirty="0">
                <a:solidFill>
                  <a:srgbClr val="000101"/>
                </a:solidFill>
              </a:rPr>
              <a:t>月</a:t>
            </a:r>
            <a:r>
              <a:rPr lang="en-US" altLang="zh-CN" sz="2800" dirty="0">
                <a:solidFill>
                  <a:srgbClr val="000101"/>
                </a:solidFill>
              </a:rPr>
              <a:t>31</a:t>
            </a:r>
            <a:r>
              <a:rPr lang="zh-CN" altLang="en-US" sz="2800" dirty="0">
                <a:solidFill>
                  <a:srgbClr val="000101"/>
                </a:solidFill>
              </a:rPr>
              <a:t>日傍晚，俯瞰“水立方”宛若一座美丽的“水晶宫”晶莹剔透，其冰清玉洁的芳姿令人陶醉。当日，好运北京测试赛在此拉开帷幕。</a:t>
            </a:r>
          </a:p>
          <a:p>
            <a:pPr>
              <a:lnSpc>
                <a:spcPct val="80000"/>
              </a:lnSpc>
            </a:pPr>
            <a:r>
              <a:rPr lang="zh-CN" altLang="en-US" sz="2800" dirty="0">
                <a:solidFill>
                  <a:srgbClr val="000101"/>
                </a:solidFill>
              </a:rPr>
              <a:t>国际泳联新闻委员会主席卡梅蒂对“水立方”赞不绝口，并坚信北京奥运会一定能够成功。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zh-CN" sz="2800" dirty="0">
              <a:solidFill>
                <a:srgbClr val="00010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00000" y="540000"/>
            <a:ext cx="22910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水立方</a:t>
            </a:r>
            <a:endParaRPr lang="zh-CN" altLang="en-US" sz="5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Picture 5" descr="D90FCA2F42F6887E8A17929DE9112680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19563" y="2052395"/>
            <a:ext cx="3856037" cy="2753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卡梅蒂昨日上午观看比赛时对新华社记者表示，他对“水立方”的感觉很好。他说：“‘水立方’可以用壮观来形容！从训练池，到比赛池再到各种设施都很完善，完全符合国际奥委会和国际泳联的标准。我和我的同事们，包括运动员、教练员都很满意。我相信，运动员们一定能够在这里创造好成绩。”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60</TotalTime>
  <Words>134</Words>
  <Application>Microsoft Office PowerPoint</Application>
  <PresentationFormat>全屏显示(4:3)</PresentationFormat>
  <Paragraphs>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方正舒体</vt:lpstr>
      <vt:lpstr>黑体</vt:lpstr>
      <vt:lpstr>宋体</vt:lpstr>
      <vt:lpstr>Arial</vt:lpstr>
      <vt:lpstr>Garamond</vt:lpstr>
      <vt:lpstr>环保</vt:lpstr>
      <vt:lpstr>冰清玉洁“水立方”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冰清玉洁"水立方"宛若水晶宫</dc:title>
  <dc:creator>User</dc:creator>
  <cp:lastModifiedBy>i</cp:lastModifiedBy>
  <cp:revision>10</cp:revision>
  <dcterms:created xsi:type="dcterms:W3CDTF">2008-02-08T08:51:04Z</dcterms:created>
  <dcterms:modified xsi:type="dcterms:W3CDTF">2022-11-29T08:50:18Z</dcterms:modified>
</cp:coreProperties>
</file>