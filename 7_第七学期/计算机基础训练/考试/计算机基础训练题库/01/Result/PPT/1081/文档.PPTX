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60" r:id="rId2"/>
    <p:sldId id="256" r:id="rId3"/>
    <p:sldId id="259" r:id="rId4"/>
    <p:sldId id="258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618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111619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11620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184 w 5184"/>
                  <a:gd name="T3" fmla="*/ 3159 h 3159"/>
                  <a:gd name="T4" fmla="*/ 5184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1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56 w 556"/>
                  <a:gd name="T5" fmla="*/ 3159 h 3159"/>
                  <a:gd name="T6" fmla="*/ 55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1622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3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51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51 w 251"/>
                <a:gd name="T7" fmla="*/ 12 h 12"/>
                <a:gd name="T8" fmla="*/ 251 w 251"/>
                <a:gd name="T9" fmla="*/ 0 h 12"/>
                <a:gd name="T10" fmla="*/ 251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624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251 w 251"/>
                <a:gd name="T5" fmla="*/ 12 h 12"/>
                <a:gd name="T6" fmla="*/ 251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1625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11626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7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8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29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0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1631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16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116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11634" name="Rectangle 18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5" name="Rectangle 19"/>
          <p:cNvSpPr>
            <a:spLocks noGrp="1" noChangeArrowheads="1"/>
          </p:cNvSpPr>
          <p:nvPr>
            <p:ph type="ftr" sz="quarter" idx="3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1636" name="Rectangle 20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F445857B-60A4-461E-800A-4D293E8AC2F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A34AC8-8DC8-44FD-AF38-A43D7C5E47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212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BD8711-62C2-4600-B4C1-BC18839E59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5224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4A1DA-2739-4313-ADA8-15557D3A42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930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16286-501C-4F4A-8541-0B362E7250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932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BA0CE-9E49-45AB-8F14-AA8A11C40F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5750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A442FF-47A0-4A48-910D-DF0C4D2E792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201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2FD2EC-3488-4E1B-B61C-F2EB8E05AD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88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89911-D229-4B63-BE45-1238D09E3E0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469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EB19E7-6EE6-4848-955C-7764F2FA337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32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188595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66800" y="304800"/>
            <a:ext cx="550545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546EB7-4347-4940-8BC2-C67DF25644B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1665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94" name="Group 2"/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10595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184 w 5184"/>
                <a:gd name="T3" fmla="*/ 3159 h 3159"/>
                <a:gd name="T4" fmla="*/ 5184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596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56 w 556"/>
                <a:gd name="T5" fmla="*/ 3159 h 3159"/>
                <a:gd name="T6" fmla="*/ 55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0597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10598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599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0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724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724 w 4724"/>
                  <a:gd name="T7" fmla="*/ 12 h 12"/>
                  <a:gd name="T8" fmla="*/ 4724 w 4724"/>
                  <a:gd name="T9" fmla="*/ 0 h 12"/>
                  <a:gd name="T10" fmla="*/ 4724 w 4724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1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2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3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4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251 w 251"/>
                  <a:gd name="T5" fmla="*/ 12 h 12"/>
                  <a:gd name="T6" fmla="*/ 251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5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51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51 w 251"/>
                  <a:gd name="T7" fmla="*/ 12 h 12"/>
                  <a:gd name="T8" fmla="*/ 251 w 251"/>
                  <a:gd name="T9" fmla="*/ 0 h 12"/>
                  <a:gd name="T10" fmla="*/ 251 w 251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0606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10607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04800"/>
            <a:ext cx="7543800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0608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66800" y="1981200"/>
            <a:ext cx="7543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0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110611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58369E7F-09AE-434D-B76B-AC443E6668F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" Target="slide4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zh-CN" altLang="en-US" sz="65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国庆</a:t>
            </a:r>
            <a:r>
              <a:rPr lang="en-US" altLang="zh-CN" sz="65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60</a:t>
            </a:r>
            <a:r>
              <a:rPr lang="zh-CN" altLang="en-US" sz="65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周年阅兵</a:t>
            </a:r>
            <a:endParaRPr lang="zh-CN" altLang="en-US" sz="65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zh-CN" altLang="en-US" sz="35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代表委员揭秘建国</a:t>
            </a:r>
            <a:r>
              <a:rPr lang="en-US" altLang="zh-CN" sz="35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60</a:t>
            </a:r>
            <a:r>
              <a:rPr lang="zh-CN" altLang="en-US" sz="35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周年大庆</a:t>
            </a:r>
            <a:endParaRPr lang="zh-CN" altLang="en-US" sz="3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5605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101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sz="2300" dirty="0"/>
              <a:t>全国政协委员、军事科学院世界军事研究部原副部长罗援说，阅兵式对外既可以展现出一个国家的硬实力和软实力，同时对国民也是最直接、最现实的国防教育。</a:t>
            </a:r>
          </a:p>
          <a:p>
            <a:r>
              <a:rPr lang="zh-CN" altLang="en-US" sz="2300" dirty="0">
                <a:hlinkClick r:id="rId2" action="ppaction://hlinksldjump"/>
              </a:rPr>
              <a:t>庆典式阅兵的功效</a:t>
            </a:r>
            <a:endParaRPr lang="zh-CN" altLang="en-US" sz="2300" dirty="0"/>
          </a:p>
        </p:txBody>
      </p:sp>
      <p:pic>
        <p:nvPicPr>
          <p:cNvPr id="14" name="Picture 4" descr="代表委员揭秘建国60周年大庆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125" y="2728690"/>
            <a:ext cx="1371600" cy="941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/>
              <a:t>全国政协委员、中国运载火箭技术研究院党委书记兼副院长梁小虹说，根据中央的部署，建国</a:t>
            </a:r>
            <a:r>
              <a:rPr lang="en-US" altLang="zh-CN" sz="2800"/>
              <a:t>60</a:t>
            </a:r>
            <a:r>
              <a:rPr lang="zh-CN" altLang="en-US" sz="2800"/>
              <a:t>周年阅兵式上，战术导弹和战略导弹将作为重要方阵亮相。展示的导弹肯定比建国</a:t>
            </a:r>
            <a:r>
              <a:rPr lang="en-US" altLang="zh-CN" sz="2800"/>
              <a:t>50</a:t>
            </a:r>
            <a:r>
              <a:rPr lang="zh-CN" altLang="en-US" sz="2800"/>
              <a:t>周年阅兵式中的更先进、性能更好、数量更多，更为壮观。</a:t>
            </a:r>
          </a:p>
          <a:p>
            <a:pPr>
              <a:lnSpc>
                <a:spcPct val="90000"/>
              </a:lnSpc>
            </a:pPr>
            <a:r>
              <a:rPr lang="zh-CN" altLang="en-US" sz="2800"/>
              <a:t>　　另据媒体报道，全国政协委员、空军指挥学院副院长朱和平透露，国庆</a:t>
            </a:r>
            <a:r>
              <a:rPr lang="en-US" altLang="zh-CN" sz="2800"/>
              <a:t>60</a:t>
            </a:r>
            <a:r>
              <a:rPr lang="zh-CN" altLang="en-US" sz="2800"/>
              <a:t>周年大阅兵将是历年来阵容最强大的一次阅兵，歼</a:t>
            </a:r>
            <a:r>
              <a:rPr lang="en-US" altLang="zh-CN" sz="2800"/>
              <a:t>10</a:t>
            </a:r>
            <a:r>
              <a:rPr lang="zh-CN" altLang="en-US" sz="2800"/>
              <a:t>战机将编队登场。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/>
              <a:t>庆典式阅兵有几个功效：第一，向党和人民做一个汇报，我们的国民交税，养着</a:t>
            </a:r>
            <a:r>
              <a:rPr lang="en-US" altLang="zh-CN" sz="2800"/>
              <a:t>230</a:t>
            </a:r>
            <a:r>
              <a:rPr lang="zh-CN" altLang="en-US" sz="2800"/>
              <a:t>万军队，我的钱现在落实得怎么样，有什么成果，人民群众有知情权。第二，它是一个现实的国防教育。第三，对军队来说，从天安门广场走过，可以有一种荣誉感、自豪感，感到自己身上的担子很重。第四，不可否认，阅兵式仍然对那些对我国还存有敌意的敌对势力也是一种震慑。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default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defaul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63</TotalTime>
  <Words>224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黑体</vt:lpstr>
      <vt:lpstr>宋体</vt:lpstr>
      <vt:lpstr>Tahoma</vt:lpstr>
      <vt:lpstr>Wingdings</vt:lpstr>
      <vt:lpstr>default</vt:lpstr>
      <vt:lpstr>国庆60周年阅兵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i</cp:lastModifiedBy>
  <cp:revision>3</cp:revision>
  <cp:lastPrinted>1601-01-01T00:00:00Z</cp:lastPrinted>
  <dcterms:created xsi:type="dcterms:W3CDTF">2009-07-13T06:35:02Z</dcterms:created>
  <dcterms:modified xsi:type="dcterms:W3CDTF">2022-11-28T07:24:36Z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