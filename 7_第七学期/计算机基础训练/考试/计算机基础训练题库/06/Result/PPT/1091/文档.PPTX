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4FD3-64FD-4457-B588-33B591ABC3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37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42DBD-86B5-4BE5-8455-CCB028B3A5A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71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9230B-7A13-478E-91DA-0296774D25A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06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2CB2-6445-4F0B-B3EE-C277648EC6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66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DE40-9FC9-482B-8A1B-F51CA326012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DC14-598D-46AB-8227-61BE953E4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122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026B-C7D2-4E9F-A8AC-FA6F391F87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19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1D5B-1337-4A68-83C9-B03A20C43EA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52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203B-997A-4814-B30F-B17F11B405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56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FE42-5C4A-4409-B086-A87D02C0EC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45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7E21-BFDD-40E1-AF25-0423BA83168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6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B6DA7E21-BFDD-40E1-AF25-0423BA83168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75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696200" cy="198120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/>
            </a:r>
            <a:br>
              <a:rPr lang="en-US" altLang="zh-CN"/>
            </a:br>
            <a:r>
              <a:rPr lang="en-US" altLang="zh-CN"/>
              <a:t/>
            </a:r>
            <a:br>
              <a:rPr lang="en-US" altLang="zh-CN"/>
            </a:br>
            <a:r>
              <a:rPr lang="en-US" altLang="zh-CN">
                <a:latin typeface="Arial Black" pitchFamily="34" charset="0"/>
              </a:rPr>
              <a:t>Maxtor </a:t>
            </a:r>
            <a:r>
              <a:rPr lang="en-US" altLang="zh-CN"/>
              <a:t/>
            </a:r>
            <a:br>
              <a:rPr lang="en-US" altLang="zh-CN"/>
            </a:br>
            <a:r>
              <a:rPr lang="en-US" altLang="zh-CN" b="1"/>
              <a:t>Storage for the world</a:t>
            </a:r>
            <a:br>
              <a:rPr lang="en-US" altLang="zh-CN" b="1"/>
            </a:br>
            <a:r>
              <a:rPr lang="en-US" altLang="zh-CN"/>
              <a:t>    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762000"/>
          </a:xfrm>
        </p:spPr>
        <p:txBody>
          <a:bodyPr/>
          <a:lstStyle/>
          <a:p>
            <a:r>
              <a:rPr lang="zh-CN" altLang="en-US" sz="4400" b="1" i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领先同行业的技术</a:t>
            </a:r>
            <a:endParaRPr lang="zh-CN" altLang="zh-CN" sz="4400" b="1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802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sz="4800" b="1" dirty="0"/>
              <a:t>速度和容量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突破</a:t>
            </a:r>
            <a:r>
              <a:rPr lang="en-US" altLang="zh-CN" dirty="0"/>
              <a:t>137GB</a:t>
            </a:r>
            <a:r>
              <a:rPr lang="zh-CN" altLang="en-US" dirty="0"/>
              <a:t>存储极限</a:t>
            </a:r>
          </a:p>
          <a:p>
            <a:pPr algn="just"/>
            <a:r>
              <a:rPr lang="en-US" altLang="zh-CN" dirty="0"/>
              <a:t>Ultra ATA133</a:t>
            </a:r>
            <a:r>
              <a:rPr lang="zh-CN" altLang="en-US" dirty="0"/>
              <a:t>：性能与</a:t>
            </a:r>
            <a:r>
              <a:rPr lang="en-US" altLang="zh-CN" dirty="0"/>
              <a:t>PCI</a:t>
            </a:r>
            <a:r>
              <a:rPr lang="zh-CN" altLang="en-US" dirty="0"/>
              <a:t>总线相匹配</a:t>
            </a:r>
          </a:p>
          <a:p>
            <a:pPr algn="just"/>
            <a:r>
              <a:rPr lang="en-US" altLang="zh-CN" dirty="0" err="1"/>
              <a:t>DualWave</a:t>
            </a:r>
            <a:r>
              <a:rPr lang="zh-CN" altLang="en-US" dirty="0"/>
              <a:t>（双处理器）</a:t>
            </a:r>
          </a:p>
          <a:p>
            <a:pPr algn="just"/>
            <a:r>
              <a:rPr lang="en-US" altLang="zh-CN" dirty="0" err="1"/>
              <a:t>MaxSafe</a:t>
            </a:r>
            <a:r>
              <a:rPr lang="zh-CN" altLang="en-US" dirty="0"/>
              <a:t>（数据保护）</a:t>
            </a:r>
          </a:p>
          <a:p>
            <a:pPr algn="just"/>
            <a:r>
              <a:rPr lang="en-US" altLang="zh-CN" dirty="0" err="1"/>
              <a:t>ShockBlock</a:t>
            </a:r>
            <a:r>
              <a:rPr lang="zh-CN" altLang="en-US" dirty="0"/>
              <a:t>（抗震技术）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个性化技术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/>
              <a:t>SilentStore</a:t>
            </a:r>
            <a:r>
              <a:rPr lang="zh-CN" altLang="en-US"/>
              <a:t>（静音技术）</a:t>
            </a:r>
          </a:p>
          <a:p>
            <a:pPr algn="just"/>
            <a:r>
              <a:rPr lang="en-US" altLang="zh-CN"/>
              <a:t>WriteVerify</a:t>
            </a:r>
            <a:r>
              <a:rPr lang="zh-CN" altLang="en-US"/>
              <a:t>（写校验）</a:t>
            </a:r>
          </a:p>
          <a:p>
            <a:pPr algn="just"/>
            <a:r>
              <a:rPr lang="zh-CN" altLang="en-US"/>
              <a:t>散热设计</a:t>
            </a: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b="1"/>
              <a:t>产品服务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 algn="just"/>
            <a:r>
              <a:rPr lang="zh-CN" altLang="en-US"/>
              <a:t>三年质保，全国联保</a:t>
            </a:r>
          </a:p>
          <a:p>
            <a:pPr algn="just"/>
            <a:r>
              <a:rPr lang="zh-CN" altLang="en-US"/>
              <a:t>一年包换，三年保修</a:t>
            </a:r>
          </a:p>
          <a:p>
            <a:pPr algn="just"/>
            <a:r>
              <a:rPr lang="zh-CN" altLang="en-US"/>
              <a:t>本地购买，异地保修</a:t>
            </a: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36</TotalTime>
  <Words>63</Words>
  <Application>Microsoft Office PowerPoint</Application>
  <PresentationFormat>全屏显示(4:3)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宋体</vt:lpstr>
      <vt:lpstr>幼圆</vt:lpstr>
      <vt:lpstr>Arial Black</vt:lpstr>
      <vt:lpstr>Corbel</vt:lpstr>
      <vt:lpstr>Times New Roman</vt:lpstr>
      <vt:lpstr>Wingdings 2</vt:lpstr>
      <vt:lpstr>框架</vt:lpstr>
      <vt:lpstr>  Maxtor  Storage for the world      </vt:lpstr>
      <vt:lpstr> 速度和容量 </vt:lpstr>
      <vt:lpstr>个性化技术</vt:lpstr>
      <vt:lpstr>产品服务</vt:lpstr>
    </vt:vector>
  </TitlesOfParts>
  <Company>NEEA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Maxtor  Storage for the world</dc:title>
  <dc:creator>duanby</dc:creator>
  <cp:lastModifiedBy>i</cp:lastModifiedBy>
  <cp:revision>16</cp:revision>
  <dcterms:created xsi:type="dcterms:W3CDTF">2001-10-25T06:46:41Z</dcterms:created>
  <dcterms:modified xsi:type="dcterms:W3CDTF">2022-11-30T03:16:33Z</dcterms:modified>
</cp:coreProperties>
</file>