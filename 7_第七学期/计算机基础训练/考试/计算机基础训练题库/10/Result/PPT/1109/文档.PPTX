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FDCB586-B69B-4C6B-96F5-655C39BA937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603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7F9E-A70D-4446-BE97-6C842F8CF60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37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00BF0A2B-CF6A-440F-B240-49428619A4E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4261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DF10-85D6-462A-9421-F6816D5FC5B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441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64E6D-21FF-4B91-8D02-4AEB9146508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506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B52E-6036-40C0-8C39-78570498FC2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480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64F26-BEA1-42C8-9704-73C9054147F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732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zh-C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548707E-3121-4B7E-83DA-1E42AAB69A5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3199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19C2713-E9F1-4BE7-A71D-C09FBF1C7A2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8385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F8E1-9807-4D10-AFD4-170C70BC0A5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5564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E651-0BDC-4FA1-8CE5-807C8DB761A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0749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3DAE651-0BDC-4FA1-8CE5-807C8DB761A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405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>
                <a:solidFill>
                  <a:srgbClr val="FF0000"/>
                </a:solidFill>
              </a:rPr>
              <a:t>网络为你助力！</a:t>
            </a:r>
            <a:endParaRPr lang="zh-CN" altLang="en-US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43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/>
              <a:t>有备无患  万无一失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多功能通信服务器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/>
              <a:t>适合应用</a:t>
            </a:r>
            <a:r>
              <a:rPr lang="en-US" altLang="zh-CN"/>
              <a:t>/</a:t>
            </a:r>
            <a:r>
              <a:rPr lang="zh-CN" altLang="en-US"/>
              <a:t>行业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/>
              <a:t>电力监控、调度、输配电</a:t>
            </a:r>
          </a:p>
          <a:p>
            <a:r>
              <a:rPr lang="zh-CN" altLang="en-US"/>
              <a:t>电信通讯</a:t>
            </a:r>
          </a:p>
          <a:p>
            <a:r>
              <a:rPr lang="zh-CN" altLang="en-US"/>
              <a:t>银行终端连线</a:t>
            </a:r>
          </a:p>
          <a:p>
            <a:r>
              <a:rPr lang="zh-CN" altLang="en-US"/>
              <a:t>工业</a:t>
            </a:r>
            <a:r>
              <a:rPr lang="en-US" altLang="zh-CN"/>
              <a:t>/</a:t>
            </a:r>
            <a:r>
              <a:rPr lang="zh-CN" altLang="en-US"/>
              <a:t>工厂自动化</a:t>
            </a:r>
          </a:p>
          <a:p>
            <a:r>
              <a:rPr lang="zh-CN" altLang="en-US"/>
              <a:t>交通控管</a:t>
            </a:r>
          </a:p>
          <a:p>
            <a:r>
              <a:rPr lang="zh-CN" altLang="en-US"/>
              <a:t>网络管理</a:t>
            </a:r>
          </a:p>
          <a:p>
            <a:r>
              <a:rPr lang="zh-CN" altLang="en-US"/>
              <a:t>其他远程和分布式设备控制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TM03457510[[fn=肥皂]]</Template>
  <TotalTime>34</TotalTime>
  <Words>40</Words>
  <Application>Microsoft Office PowerPoint</Application>
  <PresentationFormat>全屏显示(4:3)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Century Gothic</vt:lpstr>
      <vt:lpstr>Garamond</vt:lpstr>
      <vt:lpstr>Times New Roman</vt:lpstr>
      <vt:lpstr>肥皂</vt:lpstr>
      <vt:lpstr>网络为你助力！</vt:lpstr>
      <vt:lpstr>有备无患  万无一失</vt:lpstr>
      <vt:lpstr>适合应用/行业</vt:lpstr>
    </vt:vector>
  </TitlesOfParts>
  <Company>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有备无患  万无一失</dc:title>
  <dc:creator>Zhang</dc:creator>
  <cp:lastModifiedBy>i</cp:lastModifiedBy>
  <cp:revision>8</cp:revision>
  <dcterms:created xsi:type="dcterms:W3CDTF">2001-12-18T03:07:44Z</dcterms:created>
  <dcterms:modified xsi:type="dcterms:W3CDTF">2022-11-30T09:29:11Z</dcterms:modified>
</cp:coreProperties>
</file>